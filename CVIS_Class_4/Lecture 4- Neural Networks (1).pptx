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838700" y="2019300"/>
            <a:ext cx="6324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190500" y="-190500"/>
            <a:ext cx="63246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2019300" y="-800100"/>
            <a:ext cx="51054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0" y="1219200"/>
            <a:ext cx="4495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4648200" y="1219200"/>
            <a:ext cx="4495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33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629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96500" y="2767725"/>
            <a:ext cx="8751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5000"/>
              <a:t>Neural Networks: Basics and Functionalities</a:t>
            </a:r>
            <a:endParaRPr sz="5000"/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196500" y="278275"/>
            <a:ext cx="8751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5000"/>
              <a:t>CSE463: Computer Vision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04800" y="1464475"/>
            <a:ext cx="9144000" cy="5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/>
              <a:t>Introduction to Neural Networks</a:t>
            </a:r>
            <a:endParaRPr sz="26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/>
              <a:t>Neural Network Functionality</a:t>
            </a:r>
            <a:endParaRPr sz="26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/>
              <a:t>Key Features of Neural Networks</a:t>
            </a:r>
            <a:endParaRPr sz="26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US" sz="2600"/>
              <a:t>Activation Functions</a:t>
            </a:r>
            <a:endParaRPr sz="26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Training Neural Networks</a:t>
            </a:r>
            <a:endParaRPr sz="2600"/>
          </a:p>
          <a:p>
            <a:pPr indent="-3937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Loss Function</a:t>
            </a:r>
            <a:endParaRPr sz="2600"/>
          </a:p>
          <a:p>
            <a:pPr indent="-3302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US" sz="2600"/>
              <a:t>Gradient Descent</a:t>
            </a:r>
            <a:endParaRPr sz="2600"/>
          </a:p>
          <a:p>
            <a:pPr indent="-3302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US" sz="2600"/>
              <a:t>Backpropagation</a:t>
            </a:r>
            <a:endParaRPr sz="2600"/>
          </a:p>
          <a:p>
            <a:pPr indent="-330200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–"/>
            </a:pPr>
            <a:r>
              <a:rPr lang="en-US" sz="2600"/>
              <a:t>Batches and Epochs</a:t>
            </a:r>
            <a:endParaRPr sz="2600"/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-3302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Applications of Neural Networks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/>
              <a:t>Neural Network Basics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03750"/>
            <a:ext cx="8077200" cy="508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/>
              <a:t>Neural Network Basics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•"/>
            </a:pPr>
            <a:r>
              <a:rPr lang="en-US" sz="2200"/>
              <a:t>A neural network is a computational model inspired by the human brain, consisting of interconnected nodes (neurons) organized in layers to process and learn from data.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2794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•"/>
            </a:pPr>
            <a:r>
              <a:rPr b="1" lang="en-US" sz="2200"/>
              <a:t>Structure:</a:t>
            </a:r>
            <a:endParaRPr b="1"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Input Layer: Receives raw data as input.</a:t>
            </a:r>
            <a:endParaRPr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Hidden Layers: Perform computations to extract patterns.</a:t>
            </a:r>
            <a:endParaRPr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Output Layer: Produces the final result or prediction.</a:t>
            </a:r>
            <a:endParaRPr sz="2200"/>
          </a:p>
          <a:p>
            <a:pPr indent="0" lvl="0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279400" lvl="0" marL="4572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•"/>
            </a:pPr>
            <a:r>
              <a:rPr b="1" lang="en-US" sz="2200"/>
              <a:t>Key Components:</a:t>
            </a:r>
            <a:endParaRPr b="1"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Weights (𝑤): Adjusted during learning to minimize error.</a:t>
            </a:r>
            <a:endParaRPr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Bias (𝑏): Added to ensure the model can shift predictions.</a:t>
            </a:r>
            <a:endParaRPr sz="2200"/>
          </a:p>
          <a:p>
            <a:pPr indent="-279400" lvl="1" marL="9144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800"/>
              <a:buChar char="–"/>
            </a:pPr>
            <a:r>
              <a:rPr lang="en-US" sz="2200"/>
              <a:t>Activation Function (𝑓(𝑥)): Introduces non-linearity (e.g., ReLU, sigmoid).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Neural Network Functionality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Forward Propagation: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The input data passes through layers, undergoing linear transformations and activation functions.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–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Example for one layer: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a(l−1): Activations from the previous layer.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W(l): Weight matrix for layer lll.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b(l): Bias vector for layer lll.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400" y="3203625"/>
            <a:ext cx="4403200" cy="9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 Features of Neural Networks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04800" y="1505025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Learning from Data: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Neural networks adjust their weights and biases based on the input data to minimize errors.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Generalization: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Can predict outputs for unseen data by learning patterns during training.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Non-Linear Modelling: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Can model complex relationships using non-linear activation functions.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Parallelism: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Many computations are performed simultaneously, enabling efficient processing of large datasets.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Activation Functions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04800" y="123715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Introduces non-linearity to enable the network to learn complex patterns. Examples include-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–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Sigmoid Function: 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The sigmoid activation function maps input values to an output range between 0 and 1.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is commonly used in binary classification problems. The function is defined as: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0859" y="4023334"/>
            <a:ext cx="3125225" cy="12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325" y="4322225"/>
            <a:ext cx="4375549" cy="23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Activation Functions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04800" y="123715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ReLU (Rectified Linear Unit): 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Range: [0, ∞)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Efficiency: Computationally simple and fast.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Non-Linear: Allows the model to learn complex patterns.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Limitation: Can suffer from the "dying ReLU" problem, where neurons output 0 for all inputs if weights are updated poorly.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ReLU is defined as: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975" y="4305425"/>
            <a:ext cx="6776050" cy="229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9249" y="3503850"/>
            <a:ext cx="3081600" cy="8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Activation Functions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04800" y="123715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Softmax Function: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is used in multi-class classification tasks to convert raw scores (logits) into probabilities.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Range: [0, 1]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ensures the sum of probabilities across all classes equals 1.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Sigmoid is defined as-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2300" y="4107650"/>
            <a:ext cx="5299400" cy="283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6784" y="2964659"/>
            <a:ext cx="4043149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Training Neural Networks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04800" y="123715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08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Initialization: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Randomly initialize weights and biases.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Forward Pass: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Compute the output using current weights and biases.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Loss Calculation: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Evaluate error using a loss function, L(y_{true}, y_{pred}).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Backward Pass: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Compute gradients of the loss function with respect to weights and biases.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Update Parameters: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Use an optimizer (e.g., SGD, Adam) to update weights.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Repeat: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Continue until the loss converges or a stopping criterion is met.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Loss Function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04800" y="1237150"/>
            <a:ext cx="8839200" cy="5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A Loss Function quantifies the difference between the predicted output and the actual target output. It measures the error in the model's predictions.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Common Loss Functions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–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Mean Squared Error (MSE)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Used for regression tasks.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		n = Number of Data points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457200" lvl="0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Yi = Observed Values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457200" lvl="0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Y = Predicted Values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4250" y="3428998"/>
            <a:ext cx="4877475" cy="16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300" y="3714700"/>
            <a:ext cx="3786199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Loss Function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304800" y="1237150"/>
            <a:ext cx="8839200" cy="5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Cross-Entropy Loss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: Used for classification tasks.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Formula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(for a single sample):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yi​: True label (one-hot encoded, 1 for the correct class, 0 otherwise).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yi^hat: Predicted probability for class i.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873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C: Number of classes.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638" y="2783700"/>
            <a:ext cx="4275525" cy="17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Gradient Descent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04800" y="1143000"/>
            <a:ext cx="8839200" cy="5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Gradient Descent is a core concept for understanding how neural networks are trained.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125" y="2190750"/>
            <a:ext cx="7228538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Gradient Descent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04800" y="1143000"/>
            <a:ext cx="8839200" cy="5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Gradient Descent is an optimization algorithm used to minimize a loss function by iteratively updating the model's parameters in the direction of the negative gradient.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Core Idea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Minimize the loss function J(θ).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Update parameters θ to reduce J(θ):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Here,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θ: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Model parameters (weights, biases).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η: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Learning rate (step size).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∂J(θ)/∂θ​: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Gradient of the loss function with respect to θ.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925" y="3625450"/>
            <a:ext cx="2644150" cy="113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0" y="1219200"/>
            <a:ext cx="9144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Minimizes the error between the predicted and actual outputs using a loss function (e.g., Mean Squared Error or Cross-Entropy).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Gradient Descent is used to update weights and biases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η: Learning rate.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L: Loss function.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975" y="3276430"/>
            <a:ext cx="2758600" cy="16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Batches and Epochs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04800" y="1219200"/>
            <a:ext cx="51255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36830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Epoch: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Epoch is when an entire dataset is passed forward and backward through the neural network only once. An epoch describes the number of times the algorithms sees the entire data.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36830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Batch: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Batch size is total number of training examples in forward/backward pass. Batch size and number of batches is two different things. The higher the batch size the more memory space you need.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36830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Iteration is the number of batches needed to complete one epoch. 1 Iteration = 1 forward pass + 1 backward pass.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575" y="1485900"/>
            <a:ext cx="3500425" cy="510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04800" y="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Neural Networks</a:t>
            </a:r>
            <a:endParaRPr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0" y="1219200"/>
            <a:ext cx="9144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Feedforward Neural Network (FNN):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Simplest type of neural network.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Data flows in one direction: input → hidden layers → output.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Regression and classification tasks.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Convolutional Neural Network (CNN):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Specializes in spatial data like images.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Convolutional layers, pooling layers.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Image recognition, object detection.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Recurrent Neural Network (RNN)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Processes sequential data using loops in architecture.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Key Features: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Hidden state, memory of previous inputs.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–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Time series prediction, natural language processing (NLP).</a:t>
            </a:r>
            <a:endParaRPr b="1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